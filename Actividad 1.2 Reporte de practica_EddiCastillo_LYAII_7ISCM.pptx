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5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49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ACF47F6-D6E6-F779-72D2-7998454BA25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0292" y="110606"/>
            <a:ext cx="2736215" cy="56642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9AB4131-ADA3-2181-5CA3-BCAE880BE23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73996" y="186547"/>
            <a:ext cx="1071880" cy="52832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94ADEF-8042-2861-DAA0-54A4A5B0747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79514" y="158891"/>
            <a:ext cx="756285" cy="5238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CACA373-3DDA-7FFB-7FA9-E80D6DB680E8}"/>
              </a:ext>
            </a:extLst>
          </p:cNvPr>
          <p:cNvSpPr txBox="1"/>
          <p:nvPr/>
        </p:nvSpPr>
        <p:spPr>
          <a:xfrm>
            <a:off x="1997945" y="753445"/>
            <a:ext cx="7625027" cy="527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9870" marR="5080" algn="ctr">
              <a:spcBef>
                <a:spcPts val="1600"/>
              </a:spcBef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TECNOLÓGICO</a:t>
            </a:r>
            <a:r>
              <a:rPr lang="en-US" sz="1200" b="1" spc="-4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NACIONAL</a:t>
            </a:r>
            <a:r>
              <a:rPr lang="en-US" sz="1200" b="1" spc="-7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</a:t>
            </a:r>
            <a:r>
              <a:rPr lang="en-US" sz="1200" b="1" spc="-3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MÉXICO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10160" algn="ctr">
              <a:spcBef>
                <a:spcPts val="775"/>
              </a:spcBef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INSTITUTO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TECNOLÓGICO</a:t>
            </a:r>
            <a:r>
              <a:rPr lang="en-US" sz="1200" b="1" spc="-6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</a:t>
            </a:r>
            <a:r>
              <a:rPr lang="en-US" sz="1200" b="1" spc="-4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FRONTERA</a:t>
            </a:r>
            <a:r>
              <a:rPr lang="en-US" sz="1200" b="1" spc="-9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COMALAPA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8890"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</a:t>
            </a:r>
            <a:r>
              <a:rPr lang="en-US" sz="1200" b="1" spc="-1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LA</a:t>
            </a:r>
            <a:r>
              <a:rPr lang="en-US" sz="1200" b="1" spc="-7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MATERIA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4445" algn="ctr">
              <a:spcBef>
                <a:spcPts val="650"/>
              </a:spcBef>
              <a:spcAft>
                <a:spcPts val="1000"/>
              </a:spcAft>
            </a:pPr>
            <a:r>
              <a:rPr lang="es-E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Lenguajes y autómatas II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DEL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endParaRPr lang="es-MX" sz="700" b="1" spc="-10" dirty="0"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EDDI URIEL CASTILLO SÁNCHEZ</a:t>
            </a: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CARRERA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10160" algn="ctr">
              <a:spcBef>
                <a:spcPts val="780"/>
              </a:spcBef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INGENIERÍA</a:t>
            </a:r>
            <a:r>
              <a:rPr lang="en-US" sz="1200" spc="-3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1200" spc="-3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SISTEMAS</a:t>
            </a:r>
            <a:r>
              <a:rPr lang="en-US" sz="1200" spc="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COMPUTACIONALES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SEMESTRE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5715" algn="ctr">
              <a:spcBef>
                <a:spcPts val="780"/>
              </a:spcBef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SÉPTIMO</a:t>
            </a:r>
            <a:r>
              <a:rPr lang="en-US" sz="1200" spc="-4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SEMESTRE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DEL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DOCENTE</a:t>
            </a:r>
            <a:endParaRPr lang="es-MX" sz="700" b="1" spc="-10" dirty="0"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s-ES" sz="1200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ING, Javier Francisco Mingo </a:t>
            </a:r>
            <a:r>
              <a:rPr lang="es-ES" sz="1200" dirty="0" err="1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Velazquez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DEL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TRABAJO</a:t>
            </a:r>
          </a:p>
          <a:p>
            <a:pPr algn="ctr"/>
            <a:r>
              <a:rPr lang="es-ES" sz="1400" b="0" i="0" dirty="0">
                <a:solidFill>
                  <a:srgbClr val="212529"/>
                </a:solidFill>
                <a:effectLst/>
                <a:latin typeface="-apple-system"/>
              </a:rPr>
              <a:t>ACTIVIDAD 1.2 Reporte de practica</a:t>
            </a: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LUGAR Y FECH</a:t>
            </a:r>
            <a:r>
              <a:rPr lang="en-US" sz="1200" b="1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</a:p>
          <a:p>
            <a:pPr algn="ctr"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FRONTERA COMALAPA, CHIAPAS A 18 AGOSTO DEL 2026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22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18872" cy="118872"/>
          </a:xfrm>
          <a:prstGeom prst="ellipse">
            <a:avLst/>
          </a:prstGeom>
          <a:solidFill>
            <a:srgbClr val="2BD9B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1036015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práctica se diseñó e implementó un compilador didáctico en Java, capaz de realizar el análisis semántico de expresiones aritméticas con declaración de variables enteras; el proyecto se construyó desde cero en IntelliJ IDEA, utilizando Maven como gestor de proyecto y Java Swing para la interfaz gráfica, hasta obtener una aplicación de escritorio funcional, cuyo analizador reconoce tokens, construye árboles de expresión, verifica tipos, genera código de tres direcciones y muestra la tabla de símbolos generada, y en la que también se puso a prueba el manejo de errores semánticos, comprobando que el programa detecta fallos sin detener por completo el análisis.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18872" cy="118872"/>
          </a:xfrm>
          <a:prstGeom prst="ellipse">
            <a:avLst/>
          </a:prstGeom>
          <a:solidFill>
            <a:srgbClr val="2BD9B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1036015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práctica permite comprender de forma aplicada la fase de análisis semántico dentro de un compilador, la cual verifica que el programa tenga sentido más allá de su estructura sintáctica; implementar una pila semántica y árboles de expresión ayuda a entender cómo se resuelve la precedencia de operadores durante la compilación, mientras que la comprobación de tipos y el manejo de errores semánticos son esenciales para construir compiladores robustos, capaces de informar al usuario sin detener el proceso completo, y generar la tabla de símbolos y el código de tres direcciones sienta las bases para etapas posteriores del compilador, como la optimización y la generación de código final.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práctica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compilador didáctico en Java capaz de realizar el análisis semántico de expresiones aritméticas, construyendo el proyecto desde cero en IntelliJ IDEA hasta obtener una aplicación funcional.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54303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analizador léxico que reconozca palabras reservadas, identificadores, números y operadores.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cada expresión mediante un árbol anotado con el tipo de cada subexpresión.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comprobación de tipos y una pila semántica que respete la precedencia de operadores.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esquema de traducción (código de tres direcciones) y la tabla de símbolos y direcciones.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reportar errores semánticos sin detener por completo el análisis del programa.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1. Creación del proyecto Maven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entró a IntelliJ IDEA y se creó un nuevo proyecto de tipo Maven, asignando el nombre analizador-semantico al proyecto y configurando el archivo pom.xml para compilar con Java 17. Como se utiliza Java Swing, no se requieren dependencias externas adicionales. Finalmente, se inició el proyecto y se revisó que la estructura se generara correctamente.</a:t>
            </a:r>
            <a:endParaRPr lang="en-US" sz="1400" dirty="0"/>
          </a:p>
        </p:txBody>
      </p:sp>
      <p:pic>
        <p:nvPicPr>
          <p:cNvPr id="4" name="Image 0" descr="/home/claude/img/paso1_new_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2743200"/>
            <a:ext cx="731520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2. Implementación de las clases del compilador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paquete com.itfcomalapa.semantico se crearon las clases, cada una con una responsabilidad específica: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39319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/ TokenType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léxica reconocida (palabra reservada, identificador, número, operador).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el código fuente en una lista de tokens.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del árbol de expresión con su tipo semántico.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SymbolEntry / SymbolTable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símbolos: nombre, tipo, valor, dirección, línea.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SemanticException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 errores semánticos con su número de línea.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Núcleo: pila semántica, comprobación de tipos, generación de código.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gráfica en Swing para analizar y visualizar resultados.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2. Implementación de las clases del compilador</a:t>
            </a:r>
            <a:endParaRPr lang="en-US" sz="3000" dirty="0"/>
          </a:p>
        </p:txBody>
      </p:sp>
      <p:pic>
        <p:nvPicPr>
          <p:cNvPr id="3" name="Image 0" descr="/home/claude/img/clase_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49240" cy="2606040"/>
          </a:xfrm>
          <a:prstGeom prst="rect">
            <a:avLst/>
          </a:prstGeom>
        </p:spPr>
      </p:pic>
      <p:pic>
        <p:nvPicPr>
          <p:cNvPr id="4" name="Image 1" descr="/home/claude/img/clase_token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737360"/>
            <a:ext cx="5349240" cy="2606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2. Implementación de las clases del compilador</a:t>
            </a:r>
            <a:endParaRPr lang="en-US" sz="3000" dirty="0"/>
          </a:p>
        </p:txBody>
      </p:sp>
      <p:pic>
        <p:nvPicPr>
          <p:cNvPr id="3" name="Image 0" descr="/home/claude/img/clase_lex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49240" cy="2606040"/>
          </a:xfrm>
          <a:prstGeom prst="rect">
            <a:avLst/>
          </a:prstGeom>
        </p:spPr>
      </p:pic>
      <p:pic>
        <p:nvPicPr>
          <p:cNvPr id="4" name="Image 1" descr="/home/claude/img/clase_n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737360"/>
            <a:ext cx="5349240" cy="2606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2. Implementación de las clases del compilador</a:t>
            </a:r>
            <a:endParaRPr lang="en-US" sz="3000" dirty="0"/>
          </a:p>
        </p:txBody>
      </p:sp>
      <p:pic>
        <p:nvPicPr>
          <p:cNvPr id="3" name="Image 0" descr="/home/claude/img/clase_symbole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49240" cy="2606040"/>
          </a:xfrm>
          <a:prstGeom prst="rect">
            <a:avLst/>
          </a:prstGeom>
        </p:spPr>
      </p:pic>
      <p:pic>
        <p:nvPicPr>
          <p:cNvPr id="4" name="Image 1" descr="/home/claude/img/clase_symbol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737360"/>
            <a:ext cx="5349240" cy="2606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2. Implementación de las clases del compilador</a:t>
            </a:r>
            <a:endParaRPr lang="en-US" sz="3000" dirty="0"/>
          </a:p>
        </p:txBody>
      </p:sp>
      <p:pic>
        <p:nvPicPr>
          <p:cNvPr id="3" name="Image 0" descr="/home/claude/img/clase_semanticex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49240" cy="2606040"/>
          </a:xfrm>
          <a:prstGeom prst="rect">
            <a:avLst/>
          </a:prstGeom>
        </p:spPr>
      </p:pic>
      <p:pic>
        <p:nvPicPr>
          <p:cNvPr id="4" name="Image 1" descr="/home/claude/img/clase_par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737360"/>
            <a:ext cx="5349240" cy="2606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2. Implementación de las clases del compilador</a:t>
            </a:r>
            <a:endParaRPr lang="en-US" sz="3000" dirty="0"/>
          </a:p>
        </p:txBody>
      </p:sp>
      <p:pic>
        <p:nvPicPr>
          <p:cNvPr id="3" name="Image 0" descr="/home/claude/img/clase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1737360"/>
            <a:ext cx="8686800" cy="4233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3. Ejecución del programa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compiló el proyecto y se ejecutó la clase Main desde IntelliJ (botón Run). Al no depender de librerías externas, el programa inició sin configuración adicional. Al arrancar, la aplicación carga y analiza automáticamente un ejemplo por defecto, lo que confirma que la interfaz y el analizador funcionan correctamente.</a:t>
            </a:r>
            <a:endParaRPr lang="en-US" sz="1400" dirty="0"/>
          </a:p>
        </p:txBody>
      </p:sp>
      <p:pic>
        <p:nvPicPr>
          <p:cNvPr id="4" name="Image 0" descr="/home/claude/img/paso3_ejecu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2606040"/>
            <a:ext cx="640080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4. Prueba con el ejemplo correcto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= a + b * c − d   (con declaración previa de las variables a, b, c y d). El árbol de expresión respeta la precedencia de operadores y el resultado confirma un análisis semántico exitoso.</a:t>
            </a:r>
            <a:endParaRPr lang="en-US" sz="1400" dirty="0"/>
          </a:p>
        </p:txBody>
      </p:sp>
      <p:pic>
        <p:nvPicPr>
          <p:cNvPr id="4" name="Image 0" descr="/home/claude/img/paso4_ar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5349240" cy="3209544"/>
          </a:xfrm>
          <a:prstGeom prst="rect">
            <a:avLst/>
          </a:prstGeom>
        </p:spPr>
      </p:pic>
      <p:pic>
        <p:nvPicPr>
          <p:cNvPr id="5" name="Image 1" descr="/home/claude/img/paso4_result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286000"/>
            <a:ext cx="5349240" cy="32095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4. Tabla de símbolos y traducción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908792" cy="1737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Inicializada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* c -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2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1546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de tres direcciones equivalente se generó en la pestaña “Traducción”:</a:t>
            </a:r>
            <a:endParaRPr lang="en-US" sz="1300" dirty="0"/>
          </a:p>
        </p:txBody>
      </p:sp>
      <p:pic>
        <p:nvPicPr>
          <p:cNvPr id="5" name="Image 0" descr="/home/claude/img/paso4_tradu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3611880"/>
            <a:ext cx="6400800" cy="2834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5. Prueba con errores semánticos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no declarada · variable redeclarada · división entre cero. El analizador reportó cada error indicando la línea correspondiente, sin detener por completo el análisis del resto del código.</a:t>
            </a:r>
            <a:endParaRPr lang="en-US" sz="1400" dirty="0"/>
          </a:p>
        </p:txBody>
      </p:sp>
      <p:pic>
        <p:nvPicPr>
          <p:cNvPr id="4" name="Image 0" descr="/home/claude/img/paso5_codigo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5349240" cy="3209544"/>
          </a:xfrm>
          <a:prstGeom prst="rect">
            <a:avLst/>
          </a:prstGeom>
        </p:spPr>
      </p:pic>
      <p:pic>
        <p:nvPicPr>
          <p:cNvPr id="5" name="Image 1" descr="/home/claude/img/paso5_resultado_falli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286000"/>
            <a:ext cx="5349240" cy="32095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4937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didáctico quedó creado y funcionando en IntelliJ IDEA sobre Linux.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analizador léxico y sintáctico reconoce correctamente tokens, identificadores y operadores.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construyen árboles de expresión anotados y se genera la tabla de símbolos y direcciones.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generó el código de tres direcciones equivalente a cada expresión analizada.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semántico exitoso sobre el ejemplo correcto; el manejo de errores permite detectar y reportar fallos sin detener el análisis completo.</a:t>
            </a:r>
            <a:endParaRPr lang="en-US" sz="1300" dirty="0"/>
          </a:p>
        </p:txBody>
      </p:sp>
      <p:pic>
        <p:nvPicPr>
          <p:cNvPr id="4" name="Image 0" descr="/home/claude/img/resultado_final_pi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669280" cy="34015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9087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concluye que la práctica permitió comprender de forma aplicada las distintas etapas del análisis semántico dentro de un compilador: la construcción de árboles de expresión, el uso de una pila semántica para resolver la precedencia de operadores, la comprobación de tipos, la generación de un esquema de traducción y el llenado de la tabla de símbolos y direcciones; también se reforzó el manejo de errores semánticos como parte esencial de un compilador robusto, capaz de informar al usuario sin detener por completo el proceso de análisis, y la implementación en Java, ejecutada íntegramente en IntelliJ IDEA sobre Linux, demostró de manera práctica cómo los conceptos teóricos se traducen en una herramienta funcional.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de git hub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9087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link de git hub con la </a:t>
            </a:r>
            <a:r>
              <a:rPr lang="en-US" sz="1600" dirty="0" err="1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r>
              <a:rPr lang="en-US" sz="16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Proyecto </a:t>
            </a:r>
            <a:r>
              <a:rPr lang="en-US" sz="1600" dirty="0" err="1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r>
              <a:rPr lang="en-US" sz="16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https://github.com/eddiCastS/Analizador_LYAII.git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39141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Aho, A. V., Lam, M. S., Sethi, R., &amp; Ullman, J. D. (2007). Compilers: Principles, Techniques, and Tools (2.ª ed.). Pearson Addison-Wesley.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 (s.f.). The Java Tutorials — Creating a GUI with Swing. Oracle Corporation. docs.oracle.com/javase/tutorial/uiswing/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JetBrains. (s.f.). IntelliJ IDEA Documentation. www.jetbrains.com/help/idea/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4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Software Foundation. (s.f.). Maven — Introduction. maven.apache.org/guides/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 — Compilador Didáctico en Java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1369</Words>
  <Application>Microsoft Office PowerPoint</Application>
  <PresentationFormat>Panorámica</PresentationFormat>
  <Paragraphs>165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-apple-system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eddi castillo</cp:lastModifiedBy>
  <cp:revision>3</cp:revision>
  <dcterms:created xsi:type="dcterms:W3CDTF">2026-08-29T05:56:42Z</dcterms:created>
  <dcterms:modified xsi:type="dcterms:W3CDTF">2026-09-01T00:19:14Z</dcterms:modified>
</cp:coreProperties>
</file>